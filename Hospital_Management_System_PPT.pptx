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3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2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197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799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334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29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813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62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206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689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69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734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3873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771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0760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7214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646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032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4532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Hospital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LIFELINE Hospital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A web-based platform for managing hospital operations</a:t>
            </a:r>
          </a:p>
          <a:p>
            <a:pPr>
              <a:defRPr sz="2000"/>
            </a:pPr>
            <a:r>
              <a:t>Handles patients, staff, billing, appointments, and reports</a:t>
            </a:r>
          </a:p>
          <a:p>
            <a:pPr>
              <a:defRPr sz="2000"/>
            </a:pPr>
            <a:r>
              <a:t>Makes hospital work faster and more organized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Digitize hospital records</a:t>
            </a:r>
          </a:p>
          <a:p>
            <a:pPr>
              <a:defRPr sz="2000"/>
            </a:pPr>
            <a:r>
              <a:t>Quick access to patient and staff data</a:t>
            </a:r>
          </a:p>
          <a:p>
            <a:pPr>
              <a:defRPr sz="2000"/>
            </a:pPr>
            <a:r>
              <a:t>Easy billing and appointment scheduling</a:t>
            </a:r>
          </a:p>
          <a:p>
            <a:pPr>
              <a:defRPr sz="2000"/>
            </a:pPr>
            <a:r>
              <a:t>Better communication and reporting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Manual record-keeping (paper files/registers)</a:t>
            </a:r>
          </a:p>
          <a:p>
            <a:pPr>
              <a:defRPr sz="2000"/>
            </a:pPr>
            <a:r>
              <a:t>Time-consuming and error-prone</a:t>
            </a:r>
          </a:p>
          <a:p>
            <a:pPr>
              <a:defRPr sz="2000"/>
            </a:pPr>
            <a:r>
              <a:t>Difficult to track patient history and billing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Drawbacks of 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Data loss risk (fire, misplacement)</a:t>
            </a:r>
          </a:p>
          <a:p>
            <a:pPr>
              <a:defRPr sz="2000"/>
            </a:pPr>
            <a:r>
              <a:t>Slow information retrieval</a:t>
            </a:r>
          </a:p>
          <a:p>
            <a:pPr>
              <a:defRPr sz="2000"/>
            </a:pPr>
            <a:r>
              <a:t>No real-time updates</a:t>
            </a:r>
          </a:p>
          <a:p>
            <a:pPr>
              <a:defRPr sz="2000"/>
            </a:pPr>
            <a:r>
              <a:t>Limited reporting and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Web-based hospital management platform</a:t>
            </a:r>
          </a:p>
          <a:p>
            <a:pPr>
              <a:defRPr sz="2000"/>
            </a:pPr>
            <a:r>
              <a:t>Centralized, secure, and accessible data</a:t>
            </a:r>
          </a:p>
          <a:p>
            <a:pPr>
              <a:defRPr sz="2000"/>
            </a:pPr>
            <a:r>
              <a:t>Automated billing, appointments, and reporting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of 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Patient registration and management</a:t>
            </a:r>
          </a:p>
          <a:p>
            <a:pPr>
              <a:defRPr sz="2000"/>
            </a:pPr>
            <a:r>
              <a:t>Staff management</a:t>
            </a:r>
          </a:p>
          <a:p>
            <a:pPr>
              <a:defRPr sz="2000"/>
            </a:pPr>
            <a:r>
              <a:t>Appointment scheduling and approval</a:t>
            </a:r>
          </a:p>
          <a:p>
            <a:pPr>
              <a:defRPr sz="2000"/>
            </a:pPr>
            <a:r>
              <a:t>Billing and payment tracking</a:t>
            </a:r>
          </a:p>
          <a:p>
            <a:pPr>
              <a:defRPr sz="2000"/>
            </a:pPr>
            <a:r>
              <a:t>Reports and analytics dashboard</a:t>
            </a:r>
          </a:p>
          <a:p>
            <a:pPr>
              <a:defRPr sz="2000"/>
            </a:pPr>
            <a:r>
              <a:t>User roles and permissions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Admin: Manages users, settings, and reports</a:t>
            </a:r>
          </a:p>
          <a:p>
            <a:pPr>
              <a:defRPr sz="2000"/>
            </a:pPr>
            <a:r>
              <a:t>Doctor: Views appointments, patient records</a:t>
            </a:r>
          </a:p>
          <a:p>
            <a:pPr>
              <a:defRPr sz="2000"/>
            </a:pPr>
            <a:r>
              <a:t>Receptionist: Registers patients, schedules appointments</a:t>
            </a:r>
          </a:p>
          <a:p>
            <a:pPr>
              <a:defRPr sz="2000"/>
            </a:pPr>
            <a:r>
              <a:t>Accountant: Manages billing and payments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Admin: Full access, system configuration</a:t>
            </a:r>
          </a:p>
          <a:p>
            <a:pPr>
              <a:defRPr sz="2000"/>
            </a:pPr>
            <a:r>
              <a:t>Doctor: Patient care, update records</a:t>
            </a:r>
          </a:p>
          <a:p>
            <a:pPr>
              <a:defRPr sz="2000"/>
            </a:pPr>
            <a:r>
              <a:t>Receptionist: Data entry, appointment handling</a:t>
            </a:r>
          </a:p>
          <a:p>
            <a:pPr>
              <a:defRPr sz="2000"/>
            </a:pPr>
            <a:r>
              <a:t>Accountant: Billing, financial reports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 &amp; Sub-Modules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Patient Management: Add, edit, search, delete patients</a:t>
            </a:r>
          </a:p>
          <a:p>
            <a:pPr>
              <a:defRPr sz="2000"/>
            </a:pPr>
            <a:r>
              <a:t>Appointment Management: Schedule, approve, view appointments</a:t>
            </a:r>
          </a:p>
          <a:p>
            <a:pPr>
              <a:defRPr sz="2000"/>
            </a:pPr>
            <a:r>
              <a:t>Billing: Generate, download, and track bills</a:t>
            </a:r>
          </a:p>
          <a:p>
            <a:pPr>
              <a:defRPr sz="2000"/>
            </a:pPr>
            <a:r>
              <a:t>Staff Management: Add, edit, assign roles</a:t>
            </a:r>
          </a:p>
          <a:p>
            <a:pPr>
              <a:defRPr sz="2000"/>
            </a:pPr>
            <a:r>
              <a:t>Reports: View analytics, download reports</a:t>
            </a:r>
          </a:p>
          <a:p>
            <a:pPr>
              <a:defRPr sz="2000"/>
            </a:pPr>
            <a:r>
              <a:t>Settings: Manage services, user roles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 (Wireframe)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241" y="2052638"/>
            <a:ext cx="6293643" cy="4195762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Dictionary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Patient: Name, Age, Gender, Disease, Contact</a:t>
            </a:r>
          </a:p>
          <a:p>
            <a:pPr>
              <a:defRPr sz="2000"/>
            </a:pPr>
            <a:r>
              <a:t>Staff: Name, Role, Contact</a:t>
            </a:r>
          </a:p>
          <a:p>
            <a:pPr>
              <a:defRPr sz="2000"/>
            </a:pPr>
            <a:r>
              <a:t>Appointment: Patient, Doctor, Date, Status</a:t>
            </a:r>
          </a:p>
          <a:p>
            <a:pPr>
              <a:defRPr sz="2000"/>
            </a:pPr>
            <a:r>
              <a:t>Bill: Patient, Charges, Amount, Status</a:t>
            </a:r>
          </a:p>
          <a:p>
            <a:pPr>
              <a:defRPr sz="2000"/>
            </a:pPr>
            <a:r>
              <a:t>User: Username, Password, Role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UML Diagram - Use Case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945" y="1517146"/>
            <a:ext cx="6913527" cy="4609018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UML Diagram - Class Diagram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241" y="2052638"/>
            <a:ext cx="6293643" cy="4195762"/>
          </a:xfr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73</TotalTime>
  <Words>313</Words>
  <Application>Microsoft Office PowerPoint</Application>
  <PresentationFormat>On-screen Show (4:3)</PresentationFormat>
  <Paragraphs>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Ion</vt:lpstr>
      <vt:lpstr>Hospital Management System</vt:lpstr>
      <vt:lpstr>Introduction</vt:lpstr>
      <vt:lpstr>Objectives</vt:lpstr>
      <vt:lpstr>Existing System</vt:lpstr>
      <vt:lpstr>Drawbacks of Existing System</vt:lpstr>
      <vt:lpstr>Proposed System</vt:lpstr>
      <vt:lpstr>Features of Proposed System</vt:lpstr>
      <vt:lpstr>System Users</vt:lpstr>
      <vt:lpstr>Role of Users</vt:lpstr>
      <vt:lpstr>Modules &amp; Sub-Modules</vt:lpstr>
      <vt:lpstr>System Design (Wireframe)</vt:lpstr>
      <vt:lpstr>Data Dictionary</vt:lpstr>
      <vt:lpstr>UML Diagram - Use Case</vt:lpstr>
      <vt:lpstr>UML Diagram - Class Diagram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 System</dc:title>
  <dc:subject/>
  <dc:creator>harsh chauhan</dc:creator>
  <cp:keywords/>
  <dc:description>generated using python-pptx</dc:description>
  <cp:lastModifiedBy>Admin</cp:lastModifiedBy>
  <cp:revision>7</cp:revision>
  <dcterms:created xsi:type="dcterms:W3CDTF">2013-01-27T09:14:16Z</dcterms:created>
  <dcterms:modified xsi:type="dcterms:W3CDTF">2025-09-06T02:49:43Z</dcterms:modified>
  <cp:category/>
</cp:coreProperties>
</file>